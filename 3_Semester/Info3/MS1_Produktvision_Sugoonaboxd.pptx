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6815" y="-2377440"/>
            <a:ext cx="6858000" cy="6858000"/>
          </a:xfrm>
          <a:prstGeom prst="ellipse">
            <a:avLst/>
          </a:prstGeom>
          <a:solidFill>
            <a:srgbClr val="1D274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926080" y="3931920"/>
            <a:ext cx="5486400" cy="5486400"/>
          </a:xfrm>
          <a:prstGeom prst="ellipse">
            <a:avLst/>
          </a:prstGeom>
          <a:solidFill>
            <a:srgbClr val="0EA5E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MEILENSTEIN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Produktvision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– eine plattformübergreifende Bewertungs-App für Filme, Serien &amp; Anime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Mandy Nguyen · Luca Hoffmann · Emily Nguyen   |   Informatik 3, HTW Berlin, SoSe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93268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AUSGANGSLAGE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Bewertungen von Filmen, Serien und Anime sind heute verstreut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MS1 – Produktvision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410712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80136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1109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746504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Dienst pro Medientyp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6112" y="2404872"/>
            <a:ext cx="2898648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Letterboxd bewertet Filme und Serien, MyAnimeList/AniList nur Anime – Nutzer:innen pflegen mehrere Profile parallel.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79392" y="1600200"/>
            <a:ext cx="3410712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80560" y="180136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191109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02352" y="1746504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gemeinsame Übersicht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35424" y="2404872"/>
            <a:ext cx="2898648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alle drei Formate schaut, hat keinen zentralen Ort für die eigene Bewertungshistorie.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918704" y="1600200"/>
            <a:ext cx="3410712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19872" y="180136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91109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41664" y="1746504"/>
            <a:ext cx="2404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Ungenutztes API-Angebot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174736" y="2404872"/>
            <a:ext cx="2898648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 verfügbare REST-APIs (IMDb, Jikan, AniList) liefern bereits alle Metadaten – es fehlt nur die Klammer.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 Statement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MS1 – Produktvision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10881360" cy="4023360"/>
          </a:xfrm>
          <a:prstGeom prst="roundRect">
            <a:avLst>
              <a:gd name="adj" fmla="val 2273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52400" dist="38100" dir="2700000">
              <a:srgbClr val="0B122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691640"/>
            <a:ext cx="101498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 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Film-, Serien- und Anime-Fans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 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 Bewertungen über mehrere Plattformen verstreut pflegen,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  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eine Web-Anwendung,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 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Titel aus drei externen APIs durchsuchbar macht und einheitlich mit 1–5 Sternen bewertbar,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Gegensatz zu  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Letterboxd oder MyAnimeList,</a:t>
            </a:r>
            <a:endParaRPr lang="en-US" sz="1800" dirty="0"/>
          </a:p>
          <a:p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bietet unser Produkt  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einzige, kontolose Bewertungsübersicht für alle drei Medientypen.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ANFORDERUNGSANALYSE-VORSTUFE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MS1 – Produktvision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2578608" cy="329184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80136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1109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746504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Primärnutzer:in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96112" y="2404872"/>
            <a:ext cx="2066544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Einzelperson, die Filme, Serien und Anime konsumiert und zentral bewerten möchte (Single-User-Szenario).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19856" y="1600200"/>
            <a:ext cx="2578608" cy="329184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21024" y="180136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191109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42816" y="1746504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Entwicklungsteam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675888" y="2404872"/>
            <a:ext cx="2066544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Mandy Nguyen, Luca Hoffmann, Emily Nguyen – konzipieren, implementieren und präsentieren das Projekt.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99632" y="1600200"/>
            <a:ext cx="2578608" cy="329184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0" y="180136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91109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22592" y="1746504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Übungsleitung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55664" y="2404872"/>
            <a:ext cx="2066544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Erik Blume (HTW Berlin) begleitet, bewertet die Meilensteine und ist als Mitglied im Jira-Projekt eingebunden.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979408" y="1600200"/>
            <a:ext cx="2578608" cy="329184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180576" y="180136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4" y="1911096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802368" y="1746504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Externe API-Anbieter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9235440" y="2404872"/>
            <a:ext cx="2066544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API, Jikan (MyAnimeList) und AniList stellen die Metadaten bereit, von denen das Produkt abhängt.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Nutzen für Nutzer:innen und Team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MS1 – Produktvision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84708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5681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792224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 für Nutzer:innen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6112" y="2450592"/>
            <a:ext cx="4745736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Suche für Filme, Serien und Anime statt drei getrennter Apps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Konsistente 1–5-Sterne-Bewertung über alle Medientypen hinweg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Nutzerkonto nötig – niedrige Einstiegshürde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Bewertungen bleiben persistent in einer Datenbank erhalten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80760" y="164592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81928" y="1847088"/>
            <a:ext cx="457200" cy="457200"/>
          </a:xfrm>
          <a:prstGeom prst="ellipse">
            <a:avLst/>
          </a:prstGeom>
          <a:solidFill>
            <a:srgbClr val="FACC15">
              <a:alpha val="12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195681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03720" y="1792224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 für das Team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336792" y="2450592"/>
            <a:ext cx="4745736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Praxiserfahrung mit REST-Client-Integration mehrerer externer APIs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Vertiefung von Spring Boot, JPA/PostgreSQL und Geschäftslogik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Aufbau eines präsentierbaren MVP für die Modulprüfung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Agiles Arbeiten nach SCRUM in einem realen Kleinprojekt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ZIELSETZUNG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Kernanforderungen an das Softwaresystem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MS1 – Produktvision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2578608" cy="329184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80136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1109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746504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Externe REST-API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96112" y="2404872"/>
            <a:ext cx="2066544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von IMDb API, Jikan und AniList über eine definierte Client-Schnittstelle.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19856" y="1600200"/>
            <a:ext cx="2578608" cy="329184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21024" y="180136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191109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42816" y="1746504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Persistenz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675888" y="2404872"/>
            <a:ext cx="2066544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Speicherung aller Bewertungen in einer PostgreSQL-Datenbank.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99632" y="1600200"/>
            <a:ext cx="2578608" cy="329184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0" y="180136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91109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22592" y="1746504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Geschäftslogik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55664" y="2404872"/>
            <a:ext cx="2066544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Validierung, Zusammenführung und Aktualisierung von Bewertungsdaten serverseitig.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979408" y="1600200"/>
            <a:ext cx="2578608" cy="329184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180576" y="180136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4" y="1911096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802368" y="1746504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Ausgabe &amp; Manipulation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9235440" y="2404872"/>
            <a:ext cx="2066544" cy="2304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Suche, Anzeige und Bewertung von Titeln über ein Web-Frontend und REST-Endpunkte.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DATENGRUNDLAGE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Externe REST-APIs im Überblick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MS1 – Produktvision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2926080"/>
        </p:xfrm>
        <a:graphic>
          <a:graphicData uri="http://schemas.openxmlformats.org/drawingml/2006/table">
            <a:tbl>
              <a:tblPr/>
              <a:tblGrid>
                <a:gridCol w="3108960"/>
                <a:gridCol w="1828800"/>
                <a:gridCol w="2194560"/>
                <a:gridCol w="3749040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Medientyp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Zugriff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Rolle im Produkt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IMDb API (imdbapi.dev)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Filme &amp; Serien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Kein API-Key nötig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Titelsuche, Poster, Bewertung, Plot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Jikan (docs.api.jikan.moe)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Kein API-Key nötig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Primäre Anime-Suche (MyAnimeList-Daten)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AniList (GraphQL)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Kein API-Key nötig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Fallback, falls Jikan nicht antwortet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8920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drei APIs sind kostenlos und schlüssellos nutzbar – ideal für ein reproduzierbares Semesterprojekt.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VORGEHENSMODELL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Agiles Arbeiten nach SCRUM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MS1 – Produktvision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80136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1109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74650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6112" y="2404872"/>
            <a:ext cx="291693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Priorisiert das Backlog und vertritt die Nutzerperspektive.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70248" y="1600200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71416" y="180136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44" y="191109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93208" y="174650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26280" y="2404872"/>
            <a:ext cx="291693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Moderiert Sprints, Reviews und beseitigt Hindernisse.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900416" y="1600200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01584" y="180136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191109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23376" y="174650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Entwicklungsteam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156448" y="2404872"/>
            <a:ext cx="2916936" cy="886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Mandy, Luca und Emily setzen die User Stories gemeinsam um.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822960" y="397764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1D2740"/>
          </a:solidFill>
          <a:ln/>
        </p:spPr>
      </p:sp>
      <p:sp>
        <p:nvSpPr>
          <p:cNvPr id="22" name="Text 17"/>
          <p:cNvSpPr/>
          <p:nvPr/>
        </p:nvSpPr>
        <p:spPr>
          <a:xfrm>
            <a:off x="822960" y="39776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3291840" y="4411980"/>
            <a:ext cx="32004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3611880" y="397764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1D2740"/>
          </a:solidFill>
          <a:ln/>
        </p:spPr>
      </p:sp>
      <p:sp>
        <p:nvSpPr>
          <p:cNvPr id="25" name="Text 20"/>
          <p:cNvSpPr/>
          <p:nvPr/>
        </p:nvSpPr>
        <p:spPr>
          <a:xfrm>
            <a:off x="3611880" y="39776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Umsetzung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080760" y="4411980"/>
            <a:ext cx="32004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6400800" y="397764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1D2740"/>
          </a:solidFill>
          <a:ln/>
        </p:spPr>
      </p:sp>
      <p:sp>
        <p:nvSpPr>
          <p:cNvPr id="28" name="Text 23"/>
          <p:cNvSpPr/>
          <p:nvPr/>
        </p:nvSpPr>
        <p:spPr>
          <a:xfrm>
            <a:off x="6400800" y="39776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8869680" y="4411980"/>
            <a:ext cx="32004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9189720" y="397764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1D2740"/>
          </a:solidFill>
          <a:ln/>
        </p:spPr>
      </p:sp>
      <p:sp>
        <p:nvSpPr>
          <p:cNvPr id="31" name="Text 26"/>
          <p:cNvSpPr/>
          <p:nvPr/>
        </p:nvSpPr>
        <p:spPr>
          <a:xfrm>
            <a:off x="9189720" y="39776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Retrospektive</a:t>
            </a:r>
            <a:endParaRPr lang="en-US" sz="1300" dirty="0"/>
          </a:p>
        </p:txBody>
      </p:sp>
      <p:sp>
        <p:nvSpPr>
          <p:cNvPr id="32" name="Text 27"/>
          <p:cNvSpPr/>
          <p:nvPr/>
        </p:nvSpPr>
        <p:spPr>
          <a:xfrm>
            <a:off x="640080" y="50749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Wiederkehrender Sprint-Zyklus über alle vier Meilensteine hinweg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ORGANISATORISCHES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Projektaufsatz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· MS1 – Produktvision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85855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847088"/>
            <a:ext cx="457200" cy="45720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5681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792224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 (3 Studierende)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96112" y="2450592"/>
            <a:ext cx="4745736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Mandy Nguyen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 Hoffmann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Emily Nguyen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80760" y="1645920"/>
            <a:ext cx="525780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B122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81928" y="1847088"/>
            <a:ext cx="457200" cy="457200"/>
          </a:xfrm>
          <a:prstGeom prst="ellipse">
            <a:avLst/>
          </a:prstGeom>
          <a:solidFill>
            <a:srgbClr val="22C55E">
              <a:alpha val="12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195681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903720" y="1792224"/>
            <a:ext cx="4251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Erledigt bis MS1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336792" y="2450592"/>
            <a:ext cx="4745736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Jira-Cloud-Projekt (Free Plan) eingerichtet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Übungsleiter Erik Blume ins Jira-Projekt eingeladen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sugoona/Sugoonaboxd auf GitHub angelegt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technische Exploration: Spring-Boot-Grundgerüst lauffähig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6815" y="-2377440"/>
            <a:ext cx="6858000" cy="6858000"/>
          </a:xfrm>
          <a:prstGeom prst="ellipse">
            <a:avLst/>
          </a:prstGeom>
          <a:solidFill>
            <a:srgbClr val="1D2740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926080" y="3931920"/>
            <a:ext cx="5486400" cy="5486400"/>
          </a:xfrm>
          <a:prstGeom prst="ellipse">
            <a:avLst/>
          </a:prstGeom>
          <a:solidFill>
            <a:srgbClr val="0EA5E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Weiter mit MS2 – Anforderungsanalyse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Cases, Personas und der Aufbau des Product Backlogs in Jira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59893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Sugoonaboxd  ·  Team Mandy Nguyen, Luca Hoffmann, Emily Nguyen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932688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AC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HTW Berlin – Internationale Medieninformatik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Sugoonaboxd – MS1 Produktvision</dc:title>
  <dc:subject>PptxGenJS Presentation</dc:subject>
  <dc:creator>Mandy Nguyen, Luca Hoffmann, Emily Nguyen</dc:creator>
  <cp:lastModifiedBy>Mandy Nguyen, Luca Hoffmann, Emily Nguyen</cp:lastModifiedBy>
  <cp:revision>1</cp:revision>
  <dcterms:created xsi:type="dcterms:W3CDTF">2026-07-09T14:44:30Z</dcterms:created>
  <dcterms:modified xsi:type="dcterms:W3CDTF">2026-07-09T14:44:30Z</dcterms:modified>
</cp:coreProperties>
</file>