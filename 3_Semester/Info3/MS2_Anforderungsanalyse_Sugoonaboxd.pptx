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Anforderungsanalyse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Vision Statement zu strukturierten Anforderungen, Use Cases und Product Backlog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 · Luca Hoffmann · Emily Nguyen   |   Informatik 3, HTW Berlin,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1 VON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0" y="2880360"/>
            <a:ext cx="1828800" cy="182880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27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28803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H="1" flipV="1">
            <a:off x="2926080" y="2286000"/>
            <a:ext cx="2286314" cy="1109535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9110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Primärnutzer:in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&amp; bewertet Titel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flipH="1">
            <a:off x="2926080" y="4203692"/>
            <a:ext cx="2291096" cy="1145548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0080" y="4892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497433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Entwicklungsteam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34440" y="53492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Mandy, Luca, Emily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 flipV="1">
            <a:off x="6862138" y="2286000"/>
            <a:ext cx="2373302" cy="1118842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923544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0756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29800" y="19110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Übungsleitung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82980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Blume, HTW Berlin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7550" y="4194265"/>
            <a:ext cx="2377890" cy="1154975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235440" y="4892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513892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29800" y="497433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APIs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829800" y="53492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· Jikan · AniList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2 VON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Mia, 24 – Serien-Bingerin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nachschlagen, was sie schon bewertet hat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&amp; Serien an einem Ort tracken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297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getrennte Watchlists auf zwei Plattformen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Erneutes Einloggen nur zum Bewerten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Kenji, 21 – Anime-Fan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008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2926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Anime-Neuheiten schnell finden und bewerten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 unabhängig vom MAL-Konto behalten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00800" y="4297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MyAnimeList-Ausfälle blockieren die Suche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gemeinsame Sicht auf Anime + Realfilme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1 VON 4 · USE-CASE-DIAGRAMM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der Nutzer:in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81381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Sugoonaboxd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822960" cy="822960"/>
          </a:xfrm>
          <a:prstGeom prst="ellipse">
            <a:avLst/>
          </a:prstGeom>
          <a:solidFill>
            <a:srgbClr val="141B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747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77640" y="1783080"/>
            <a:ext cx="7223760" cy="685800"/>
          </a:xfrm>
          <a:prstGeom prst="ellipse">
            <a:avLst/>
          </a:prstGeom>
          <a:solidFill>
            <a:srgbClr val="F7F8FC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17830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suchen (Film / Serie / Anime)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flipV="1">
            <a:off x="1600200" y="2125980"/>
            <a:ext cx="2377440" cy="15773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77640" y="2587752"/>
            <a:ext cx="7223760" cy="685800"/>
          </a:xfrm>
          <a:prstGeom prst="ellipse">
            <a:avLst/>
          </a:prstGeom>
          <a:solidFill>
            <a:srgbClr val="F7F8FC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258775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Suchergebnisse ansehen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flipV="1">
            <a:off x="1600200" y="2930652"/>
            <a:ext cx="2377440" cy="77266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77640" y="3392424"/>
            <a:ext cx="7223760" cy="685800"/>
          </a:xfrm>
          <a:prstGeom prst="ellipse">
            <a:avLst/>
          </a:prstGeom>
          <a:solidFill>
            <a:srgbClr val="F7F8FC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77640" y="3392424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mit 1–5 Sternen bewerten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600200" y="3703320"/>
            <a:ext cx="2377440" cy="3200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977640" y="4197096"/>
            <a:ext cx="7223760" cy="685800"/>
          </a:xfrm>
          <a:prstGeom prst="ellipse">
            <a:avLst/>
          </a:prstGeom>
          <a:solidFill>
            <a:srgbClr val="F7F8FC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4197096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Bewertung aktualisieren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600200" y="3703320"/>
            <a:ext cx="2377440" cy="83667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977640" y="5001768"/>
            <a:ext cx="7223760" cy="685800"/>
          </a:xfrm>
          <a:prstGeom prst="ellipse">
            <a:avLst/>
          </a:prstGeom>
          <a:solidFill>
            <a:srgbClr val="F7F8FC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77640" y="50017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Bewertungen einsehen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600200" y="3703320"/>
            <a:ext cx="2377440" cy="164134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2 VON 4 · AUSFORMULIERTER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„Titel bewerten“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383280" cy="393192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Vorbedingung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287121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 hat einen Titel über die Suche gefunden; das Ergebnis ist auf der Oberfläche sichtbar.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645920"/>
            <a:ext cx="3657600" cy="393192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 klickt auf einen von 5 Sternen bei einem Ergebnis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sendet POST /api/ratings mit Typ, externer ID und Score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prüft Score (1–5) und Pflichtfelder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Bewertung wird aktualisiert oder neu angelegt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erscheint in „Meine Bewertungen“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38160" y="1645920"/>
            <a:ext cx="3383280" cy="393192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932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195681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961120" y="17922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Nachbedingung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394192" y="2450592"/>
            <a:ext cx="287121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Bewertung ist persistent in PostgreSQL gespeichert und wird bei jedem Laden der Seite angezeigt.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3 VON 4 · DOMAIN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Prozessablauf einer Bewertung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5860" y="237744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375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eingeben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6758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 wählt Typ &amp; Suchbegriff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4600" y="27889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96412" y="237744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33375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API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770632" y="36758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/ Jikan / AniList liefert Treffer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45152" y="27889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426964" y="237744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564" y="2606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01184" y="33375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Ergebnisliste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901184" y="36758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werden im Frontend angezeigt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75704" y="27889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557516" y="237744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16" y="26060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31736" y="33375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31736" y="36758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Sterne-Klick sendet Score ans Backend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906256" y="27889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9688068" y="237744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668" y="26060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62288" y="33375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162288" y="36758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wird in PostgreSQL gespeichert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PRODUCT BACKLOG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Ausschnitt aus dem Product Backlog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/>
              <a:tblGrid>
                <a:gridCol w="7589520"/>
                <a:gridCol w="1645920"/>
                <a:gridCol w="164592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Priorität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Nutzer:in möchte ich nach Filmen, Serien oder Anime suchen, um passende Titel zu finden.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Nutzer:in möchte ich einen Titel mit 1–5 Sternen bewerten, um meine Meinung festzuhalten.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Nutzer:in möchte ich meine bisherigen Bewertungen sehen, um den Überblick zu behalten.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Nutzer:in möchte ich eine bestehende Bewertung ändern, um sie zu korrigieren.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Entwickler:in möchte ich einen Jikan-Ausfall automatisch abfangen, um Verfügbarkeit zu sichern.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Nutzer:in möchte ich Poster &amp; Kurzbeschreibung sehen, um Titel besser einzuschätzen.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4 VON 4 · AKZEPTANZKRITERIEN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„Titel bewerten“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1417320" cy="7315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Suchergebnis wird angezeigt und ist noch unbewertet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383280"/>
            <a:ext cx="1417320" cy="7315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832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1546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Nutzer:in auf den 3. von 5 Sternen klickt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800600"/>
            <a:ext cx="1417320" cy="7315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00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4572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die Bewertung mit Score 3 gespeichert und sofort in „Meine Bewertungen“ angezeigt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Score-Validierung (1–5) sowie Pflichtfeld externalId sind zusätzlich serverseitig abgesichert.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SPRINTORGANISATION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Jira-Board &amp; Sprintstruktur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MS2 – Anforderungsanalyse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084832" cy="4114800"/>
          </a:xfrm>
          <a:prstGeom prst="roundRect">
            <a:avLst>
              <a:gd name="adj" fmla="val 307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2084832" cy="457200"/>
          </a:xfrm>
          <a:prstGeom prst="rect">
            <a:avLst/>
          </a:prstGeom>
          <a:solidFill>
            <a:srgbClr val="1D27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62072" y="1691640"/>
            <a:ext cx="2084832" cy="4114800"/>
          </a:xfrm>
          <a:prstGeom prst="roundRect">
            <a:avLst>
              <a:gd name="adj" fmla="val 307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1691640"/>
            <a:ext cx="2084832" cy="457200"/>
          </a:xfrm>
          <a:prstGeom prst="rect">
            <a:avLst/>
          </a:prstGeom>
          <a:solidFill>
            <a:srgbClr val="1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2862072" y="1691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(Sprint)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1691640"/>
            <a:ext cx="2084832" cy="4114800"/>
          </a:xfrm>
          <a:prstGeom prst="roundRect">
            <a:avLst>
              <a:gd name="adj" fmla="val 307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1691640"/>
            <a:ext cx="2084832" cy="457200"/>
          </a:xfrm>
          <a:prstGeom prst="rect">
            <a:avLst/>
          </a:prstGeom>
          <a:solidFill>
            <a:srgbClr val="1D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691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06056" y="1691640"/>
            <a:ext cx="2084832" cy="4114800"/>
          </a:xfrm>
          <a:prstGeom prst="roundRect">
            <a:avLst>
              <a:gd name="adj" fmla="val 307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06056" y="1691640"/>
            <a:ext cx="2084832" cy="457200"/>
          </a:xfrm>
          <a:prstGeom prst="rect">
            <a:avLst/>
          </a:prstGeom>
          <a:solidFill>
            <a:srgbClr val="1D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06056" y="1691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28048" y="1691640"/>
            <a:ext cx="2084832" cy="4114800"/>
          </a:xfrm>
          <a:prstGeom prst="roundRect">
            <a:avLst>
              <a:gd name="adj" fmla="val 307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8048" y="1691640"/>
            <a:ext cx="2084832" cy="457200"/>
          </a:xfrm>
          <a:prstGeom prst="rect">
            <a:avLst/>
          </a:prstGeom>
          <a:solidFill>
            <a:srgbClr val="1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8048" y="1691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Sprint-Item entspricht einer User Story aus dem Backlog. Der Übungsleiter (erik.blume@htw-berlin.de) hat Leserechte auf das gesamte Board und alle Sprints.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Weiter mit MS3 – Architektur &amp; Prototyping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den Anforderungen zur Systemarchitektur und einem ersten lauffähigen Skeleton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 ·  Team Mandy Nguyen, Luca Hoffmann, Emily Nguyen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HTW Berlin – Internationale Medieninformatik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Sugoonaboxd – MS2 Anforderungsanalyse</dc:title>
  <dc:subject>PptxGenJS Presentation</dc:subject>
  <dc:creator>Mandy Nguyen, Luca Hoffmann, Emily Nguyen</dc:creator>
  <cp:lastModifiedBy>Mandy Nguyen, Luca Hoffmann, Emily Nguyen</cp:lastModifiedBy>
  <cp:revision>1</cp:revision>
  <dcterms:created xsi:type="dcterms:W3CDTF">2026-07-09T14:44:30Z</dcterms:created>
  <dcterms:modified xsi:type="dcterms:W3CDTF">2026-07-09T14:44:30Z</dcterms:modified>
</cp:coreProperties>
</file>